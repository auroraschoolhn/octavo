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86500"/>
            <a:ext cx="1097280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5763" y="2569815"/>
            <a:ext cx="3780472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FFE600"/>
                </a:solidFill>
                <a:latin typeface="Press Start 2P"/>
              </a:rPr>
              <a:t>PAC-MAN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7900" y="3497460"/>
            <a:ext cx="769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Chakra Petch"/>
              </a:rPr>
              <a:t>La revolución del arcade que transformó la historia de los videojuegos desde 1980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0" y="4145160"/>
            <a:ext cx="2095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VT323"/>
              </a:rPr>
              <a:t>INSERT COIN TO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5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76465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016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5665" y="640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3927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8477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028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7578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21290" y="640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0489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35040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29590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487" y="2017365"/>
            <a:ext cx="2286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962" y="2017365"/>
            <a:ext cx="2286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2017365"/>
            <a:ext cx="2286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912" y="2017365"/>
            <a:ext cx="228600" cy="3048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459408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20478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381398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842468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8339" y="63341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86500"/>
            <a:ext cx="10972800" cy="342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24500" y="2534394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5279" y="2951857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E600"/>
                </a:solidFill>
                <a:latin typeface="Press Start 2P"/>
              </a:rPr>
              <a:t>Origen e Inspiración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647182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Chakra Petch"/>
              </a:rPr>
              <a:t>Cómo una porción de pizza faltante dio origen al personaje más icónico del mundo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50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10407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01665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92923" y="640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22281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13539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04796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296054" y="64008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59408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20329" y="6343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8339" y="63341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98909"/>
            <a:ext cx="5560695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E600"/>
                </a:solidFill>
                <a:latin typeface="Orbitron"/>
              </a:rPr>
              <a:t>EL FENÓMENO DEL ARCADE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770459"/>
            <a:ext cx="52959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100"/>
            <a:ext cx="58674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084784"/>
            <a:ext cx="55606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rbitron"/>
              </a:rPr>
              <a:t>Éxito Comercial Sin Precedentes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84834"/>
            <a:ext cx="52959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E2E8F0"/>
                </a:solidFill>
                <a:latin typeface="Chakra Petch"/>
              </a:rPr>
              <a:t>Entre 1981 y 1987 se instalaron casi 300,000 máquinas arcade de Pac-Man en todo el mundo.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70634"/>
            <a:ext cx="529590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E2E8F0"/>
                </a:solidFill>
                <a:latin typeface="Chakra Petch"/>
              </a:rPr>
              <a:t>Se registraron más de 10,000 millones de partidas jugadas, convirtiéndolo en la máquina recreativa operada por monedas más exitosa de la historia según el Libro Guinness de los Récords.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Calibri</vt:lpstr>
      <vt:lpstr>Chakra Petch</vt:lpstr>
      <vt:lpstr>Orbitron</vt:lpstr>
      <vt:lpstr>Press Start 2P</vt:lpstr>
      <vt:lpstr>VT323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Edbin Lainez</dc:creator>
  <cp:keywords/>
  <dc:description>generated using python-pptx</dc:description>
  <cp:lastModifiedBy>Edbin Lainez</cp:lastModifiedBy>
  <cp:revision>2</cp:revision>
  <dcterms:created xsi:type="dcterms:W3CDTF">2013-01-27T09:14:16Z</dcterms:created>
  <dcterms:modified xsi:type="dcterms:W3CDTF">2026-09-03T19:00:43Z</dcterms:modified>
  <cp:category/>
</cp:coreProperties>
</file>